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3F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и сквозная аналитика заявок для школы «Портлингва»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17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ТЗ № ТЗ-05/2026 · ОП.03 «Информационные технологии»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Михеев Николай Сергеевич, группа РПО-26/1/11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B3FC4"/>
          </a:solidFill>
          <a:ln w="12700">
            <a:solidFill>
              <a:srgbClr val="5B3FC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заказчика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C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Числа из письма директора (3–4 штуки):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031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 обращений · ___ потеряны · ___ ₽ в месяц на продвижение без понимания, что работает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B3FC4"/>
          </a:solidFill>
          <a:ln w="12700">
            <a:solidFill>
              <a:srgbClr val="5B3FC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решения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solidFill>
            <a:srgbClr val="F4F1FD"/>
          </a:solidFill>
          <a:ln w="15875">
            <a:solidFill>
              <a:srgbClr val="5B3FC4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Вставь скриншот: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docs/scheme.png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B3FC4"/>
          </a:solidFill>
          <a:ln w="12700">
            <a:solidFill>
              <a:srgbClr val="5B3FC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937760" cy="3383280"/>
          </a:xfrm>
          <a:prstGeom prst="rect">
            <a:avLst/>
          </a:prstGeom>
          <a:solidFill>
            <a:srgbClr val="F4F1FD"/>
          </a:solidFill>
          <a:ln w="15875">
            <a:solidFill>
              <a:srgbClr val="5B3FC4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457200" y="109728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Вставь скриншот: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на компьютере и на телефоне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77840" y="1097280"/>
            <a:ext cx="3108960" cy="3383280"/>
          </a:xfrm>
          <a:prstGeom prst="rect">
            <a:avLst/>
          </a:prstGeom>
          <a:solidFill>
            <a:srgbClr val="F4F1FD"/>
          </a:solidFill>
          <a:ln w="15875">
            <a:solidFill>
              <a:srgbClr val="5B3FC4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577840" y="109728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Вставь скриншот: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Lighthouse: 3 оценки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572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страниц · Vercel · создан с помощью ChatGPT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B3FC4"/>
          </a:solidFill>
          <a:ln w="12700">
            <a:solidFill>
              <a:srgbClr val="5B3FC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заявки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20240" cy="2560320"/>
          </a:xfrm>
          <a:prstGeom prst="rect">
            <a:avLst/>
          </a:prstGeom>
          <a:solidFill>
            <a:srgbClr val="F4F1FD"/>
          </a:solidFill>
          <a:ln w="15875">
            <a:solidFill>
              <a:srgbClr val="5B3FC4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1920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Вставь скриншот: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адрес с UTM-метками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280160"/>
            <a:ext cx="1920240" cy="2560320"/>
          </a:xfrm>
          <a:prstGeom prst="rect">
            <a:avLst/>
          </a:prstGeom>
          <a:solidFill>
            <a:srgbClr val="F4F1FD"/>
          </a:solidFill>
          <a:ln w="15875">
            <a:solidFill>
              <a:srgbClr val="5B3FC4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2560320" y="1280160"/>
            <a:ext cx="1920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Вставь скриншот: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заполненная форма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1920240" cy="2560320"/>
          </a:xfrm>
          <a:prstGeom prst="rect">
            <a:avLst/>
          </a:prstGeom>
          <a:solidFill>
            <a:srgbClr val="F4F1FD"/>
          </a:solidFill>
          <a:ln w="15875">
            <a:solidFill>
              <a:srgbClr val="5B3FC4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4663440" y="1280160"/>
            <a:ext cx="1920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Вставь скриншот: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строка в листе leads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66560" y="1280160"/>
            <a:ext cx="1920240" cy="2560320"/>
          </a:xfrm>
          <a:prstGeom prst="rect">
            <a:avLst/>
          </a:prstGeom>
          <a:solidFill>
            <a:srgbClr val="F4F1FD"/>
          </a:solidFill>
          <a:ln w="15875">
            <a:solidFill>
              <a:srgbClr val="5B3FC4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6766560" y="1280160"/>
            <a:ext cx="1920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Вставь скриншот: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generate_lead в Realtime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заявка проходит весь путь, источник сохраняется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B3FC4"/>
          </a:solidFill>
          <a:ln w="12700">
            <a:solidFill>
              <a:srgbClr val="5B3FC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→ сайт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solidFill>
            <a:srgbClr val="F4F1FD"/>
          </a:solidFill>
          <a:ln w="15875">
            <a:solidFill>
              <a:srgbClr val="5B3FC4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Вставь скриншот: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комментарий и автоответ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solidFill>
            <a:srgbClr val="F4F1FD"/>
          </a:solidFill>
          <a:ln w="15875">
            <a:solidFill>
              <a:srgbClr val="5B3FC4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Вставь скриншот: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сообщение в Direct с кнопкой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B3FC4"/>
          </a:solidFill>
          <a:ln w="12700">
            <a:solidFill>
              <a:srgbClr val="5B3FC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GA4: события и источники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2651760"/>
          </a:xfrm>
          <a:prstGeom prst="rect">
            <a:avLst/>
          </a:prstGeom>
          <a:solidFill>
            <a:srgbClr val="F4F1FD"/>
          </a:solidFill>
          <a:ln w="15875">
            <a:solidFill>
              <a:srgbClr val="5B3FC4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457200" y="1097280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Вставь скриншот: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acquisition по Session source / medium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 событий · ___ каналов · ключевое событие generate_lead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B3FC4"/>
          </a:solidFill>
          <a:ln w="12700">
            <a:solidFill>
              <a:srgbClr val="5B3FC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Воронка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2651760"/>
          </a:xfrm>
          <a:prstGeom prst="rect">
            <a:avLst/>
          </a:prstGeom>
          <a:solidFill>
            <a:srgbClr val="F4F1FD"/>
          </a:solidFill>
          <a:ln w="15875">
            <a:solidFill>
              <a:srgbClr val="5B3FC4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457200" y="1097280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Вставь скриншот: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воронка из Explore, 5 шагов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Наибольшая потеря — между ___ и ___ (___ %)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B3FC4"/>
          </a:solidFill>
          <a:ln w="12700">
            <a:solidFill>
              <a:srgbClr val="5B3FC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 DataLens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solidFill>
            <a:srgbClr val="F4F1FD"/>
          </a:solidFill>
          <a:ln w="15875">
            <a:solidFill>
              <a:srgbClr val="5B3FC4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Вставь скриншот: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вкладка «Кампании»: сеансы, заявки по каналам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B3FC4"/>
          </a:solidFill>
          <a:ln w="12700">
            <a:solidFill>
              <a:srgbClr val="5B3FC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получил бизнес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Было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Стало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C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C1C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заявки теряются в переписках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C1C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все заявки в одной таблице со статусом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C1C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источник клиента неизвестен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C1C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 каждой заявки есть канал и кампания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C1C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бюджет «по ощущениям»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C1C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заявки по каждому каналу на дашборде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Рекомендация: перенести ___ ₽ из ___ в ___, потому что ___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B3FC4"/>
          </a:solidFill>
          <a:ln w="12700">
            <a:solidFill>
              <a:srgbClr val="5B3FC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помог ИИ и что было сложно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C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помог: сайт, тексты, код, документация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C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Исправил вручную: ___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C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получилось: ___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B3FC4"/>
          </a:solidFill>
          <a:ln w="12700">
            <a:solidFill>
              <a:srgbClr val="5B3FC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Ссылки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C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Сайт: portlingva.vercel.app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C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Репозиторий: github.com/k0mpas-1/portlingva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C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Дашборд: ___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0" y="1188720"/>
            <a:ext cx="2286000" cy="2286000"/>
          </a:xfrm>
          <a:prstGeom prst="rect">
            <a:avLst/>
          </a:prstGeom>
          <a:solidFill>
            <a:srgbClr val="F4F1FD"/>
          </a:solidFill>
          <a:ln w="15875">
            <a:solidFill>
              <a:srgbClr val="5B3FC4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0" y="11887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Вставь скриншот: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QR-код на репозиторий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Портлингва — защита</dc:title>
  <dc:subject>PptxGenJS Presentation</dc:subject>
  <dc:creator>Михеев Н. С.</dc:creator>
  <cp:lastModifiedBy>Михеев Н. С.</cp:lastModifiedBy>
  <cp:revision>1</cp:revision>
  <dcterms:created xsi:type="dcterms:W3CDTF">2026-10-30T07:05:03Z</dcterms:created>
  <dcterms:modified xsi:type="dcterms:W3CDTF">2026-10-30T07:05:03Z</dcterms:modified>
</cp:coreProperties>
</file>